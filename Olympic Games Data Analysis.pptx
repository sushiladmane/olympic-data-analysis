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7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3A41-B1DB-4389-9AB7-DF48F940083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4CA9-404C-4EC4-8269-5A8EAA51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390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3A41-B1DB-4389-9AB7-DF48F940083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4CA9-404C-4EC4-8269-5A8EAA51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44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3A41-B1DB-4389-9AB7-DF48F940083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4CA9-404C-4EC4-8269-5A8EAA51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584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3A41-B1DB-4389-9AB7-DF48F940083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4CA9-404C-4EC4-8269-5A8EAA51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49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3A41-B1DB-4389-9AB7-DF48F940083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4CA9-404C-4EC4-8269-5A8EAA51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884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3A41-B1DB-4389-9AB7-DF48F940083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4CA9-404C-4EC4-8269-5A8EAA51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1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3A41-B1DB-4389-9AB7-DF48F940083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4CA9-404C-4EC4-8269-5A8EAA51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038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3A41-B1DB-4389-9AB7-DF48F940083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4CA9-404C-4EC4-8269-5A8EAA51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60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3A41-B1DB-4389-9AB7-DF48F940083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4CA9-404C-4EC4-8269-5A8EAA51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17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3A41-B1DB-4389-9AB7-DF48F940083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4CA9-404C-4EC4-8269-5A8EAA51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2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3A41-B1DB-4389-9AB7-DF48F940083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4CA9-404C-4EC4-8269-5A8EAA51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61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3A41-B1DB-4389-9AB7-DF48F940083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4CA9-404C-4EC4-8269-5A8EAA519CD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14007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3A41-B1DB-4389-9AB7-DF48F940083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4CA9-404C-4EC4-8269-5A8EAA51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68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3A41-B1DB-4389-9AB7-DF48F940083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4CA9-404C-4EC4-8269-5A8EAA51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05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3A41-B1DB-4389-9AB7-DF48F940083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4CA9-404C-4EC4-8269-5A8EAA51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378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3A41-B1DB-4389-9AB7-DF48F940083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4CA9-404C-4EC4-8269-5A8EAA51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067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53A41-B1DB-4389-9AB7-DF48F940083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4CA9-404C-4EC4-8269-5A8EAA51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78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53A41-B1DB-4389-9AB7-DF48F940083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24CA9-404C-4EC4-8269-5A8EAA51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1828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5B070-2CB3-B788-94A8-6051ACF5A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8529" y="723687"/>
            <a:ext cx="9338202" cy="2157165"/>
          </a:xfrm>
        </p:spPr>
        <p:txBody>
          <a:bodyPr/>
          <a:lstStyle/>
          <a:p>
            <a:r>
              <a:rPr lang="en-US"/>
              <a:t>Olympic Games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7B987-2F14-0916-1736-B85DA4F63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568746"/>
          </a:xfrm>
        </p:spPr>
        <p:txBody>
          <a:bodyPr/>
          <a:lstStyle/>
          <a:p>
            <a:r>
              <a:rPr lang="en-US"/>
              <a:t>Summer Olympics (1976 – 2008)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22B23-B6D1-B6C4-A782-5A780D3E8C82}"/>
              </a:ext>
            </a:extLst>
          </p:cNvPr>
          <p:cNvSpPr txBox="1"/>
          <p:nvPr/>
        </p:nvSpPr>
        <p:spPr>
          <a:xfrm>
            <a:off x="4218039" y="4170784"/>
            <a:ext cx="3932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      Created using Power BI</a:t>
            </a:r>
          </a:p>
        </p:txBody>
      </p:sp>
      <p:pic>
        <p:nvPicPr>
          <p:cNvPr id="7" name="Picture 6" descr="A group of colorful rings&#10;&#10;AI-generated content may be incorrect.">
            <a:extLst>
              <a:ext uri="{FF2B5EF4-FFF2-40B4-BE49-F238E27FC236}">
                <a16:creationId xmlns:a16="http://schemas.microsoft.com/office/drawing/2014/main" id="{840FF94D-EA4A-8AC4-3CEA-5751E0563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883" y="4829064"/>
            <a:ext cx="4149214" cy="179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393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40049-80B4-F2FB-F4E7-1549F5F3E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62B39-7921-702D-4D76-F54DCB465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Built an end-to-end Olympic analytics dashboard using </a:t>
            </a:r>
            <a:r>
              <a:rPr lang="en-US" b="1"/>
              <a:t>Power BI</a:t>
            </a:r>
          </a:p>
          <a:p>
            <a:r>
              <a:rPr lang="en-US"/>
              <a:t>Analyzed medal distribution from 1976 to 2008 Summer Olympics</a:t>
            </a:r>
            <a:endParaRPr lang="en-US" b="1"/>
          </a:p>
          <a:p>
            <a:r>
              <a:rPr lang="en-US"/>
              <a:t>Focused on countries, athletes, sports, and gender participation</a:t>
            </a:r>
            <a:endParaRPr lang="en-US" b="1"/>
          </a:p>
          <a:p>
            <a:r>
              <a:rPr lang="en-US"/>
              <a:t>Designed for business-style reporting and insights</a:t>
            </a:r>
          </a:p>
        </p:txBody>
      </p:sp>
    </p:spTree>
    <p:extLst>
      <p:ext uri="{BB962C8B-B14F-4D97-AF65-F5344CB8AC3E}">
        <p14:creationId xmlns:p14="http://schemas.microsoft.com/office/powerpoint/2010/main" val="495610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A4D61-A0B5-FFC7-3D86-91D1DB2DB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 Description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06521-8919-A3CA-C922-D01D2360D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/>
              <a:t>Covers all medal winners from:   </a:t>
            </a:r>
          </a:p>
          <a:p>
            <a:pPr marL="0" indent="0">
              <a:buNone/>
            </a:pPr>
            <a:r>
              <a:rPr lang="en-US"/>
              <a:t>      1976 Montreal to 2008 Beijing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/>
              <a:t>Key columns: </a:t>
            </a:r>
          </a:p>
          <a:p>
            <a:pPr marL="0" indent="0">
              <a:buNone/>
            </a:pPr>
            <a:r>
              <a:rPr lang="en-US"/>
              <a:t>         Year, Country, Sport, Discipline, Event</a:t>
            </a:r>
          </a:p>
          <a:p>
            <a:pPr marL="0" indent="0">
              <a:buNone/>
            </a:pPr>
            <a:r>
              <a:rPr lang="en-US"/>
              <a:t>         Athlete, Gender, Medal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/>
              <a:t>Includes Gold, Silver, and Bronze medals</a:t>
            </a:r>
          </a:p>
          <a:p>
            <a:pPr marL="0" indent="0" algn="ctr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725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937CF-504C-9638-5260-01DDDD460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Performance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782E5-F61C-57D3-D450-6A9FF0A12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/>
              <a:t>🏅 Total Medals: </a:t>
            </a:r>
            <a:r>
              <a:rPr lang="en-US" sz="2000" b="1"/>
              <a:t>15,316</a:t>
            </a:r>
            <a:endParaRPr lang="en-US" sz="2000">
              <a:effectLst/>
            </a:endParaRPr>
          </a:p>
          <a:p>
            <a:r>
              <a:rPr lang="en-US" sz="2000"/>
              <a:t>🥇 Gold Medals: </a:t>
            </a:r>
            <a:r>
              <a:rPr lang="en-US" sz="2000" b="1"/>
              <a:t>5,042</a:t>
            </a:r>
          </a:p>
          <a:p>
            <a:r>
              <a:rPr lang="en-US" sz="2000"/>
              <a:t>🥈 Silver Medals: </a:t>
            </a:r>
            <a:r>
              <a:rPr lang="en-US" sz="2000" b="1"/>
              <a:t>5,016</a:t>
            </a:r>
          </a:p>
          <a:p>
            <a:r>
              <a:rPr lang="en-US" sz="2000"/>
              <a:t>🥉 Bronze Medals: </a:t>
            </a:r>
            <a:r>
              <a:rPr lang="en-US" sz="2000" b="1"/>
              <a:t>5,258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lang="en-US" sz="2000"/>
              <a:t>👥 Total Athletes: </a:t>
            </a:r>
            <a:r>
              <a:rPr lang="en-US" sz="2000" b="1"/>
              <a:t>11,337</a:t>
            </a:r>
            <a:endParaRPr lang="en-US" sz="2000" b="1">
              <a:effectLst/>
            </a:endParaRP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24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70890-1B2B-725D-5A97-27668872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Dashboard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3111F-3BB4-0C3C-E43D-51F1CA2E1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Interactive slicers:</a:t>
            </a:r>
          </a:p>
          <a:p>
            <a:pPr marL="0" indent="0">
              <a:buNone/>
            </a:pPr>
            <a:r>
              <a:rPr lang="en-US"/>
              <a:t>                  Year, Country, Sport, Discipline, Event, Medal</a:t>
            </a:r>
          </a:p>
          <a:p>
            <a:r>
              <a:rPr lang="en-US"/>
              <a:t>Country-wise medal comparison (Gold / Silver / Bronze)</a:t>
            </a:r>
          </a:p>
          <a:p>
            <a:r>
              <a:rPr lang="en-US"/>
              <a:t>World map visualization for geographic insights</a:t>
            </a:r>
          </a:p>
          <a:p>
            <a:r>
              <a:rPr lang="en-US"/>
              <a:t>Athlete-level medal analysis</a:t>
            </a:r>
          </a:p>
        </p:txBody>
      </p:sp>
    </p:spTree>
    <p:extLst>
      <p:ext uri="{BB962C8B-B14F-4D97-AF65-F5344CB8AC3E}">
        <p14:creationId xmlns:p14="http://schemas.microsoft.com/office/powerpoint/2010/main" val="3178949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235B0-B873-CBE1-BCC9-38428D1D3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Analytical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BDF67-E74E-6FBF-ADF7-8A694EF28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United States leads overall medal count</a:t>
            </a:r>
          </a:p>
          <a:p>
            <a:r>
              <a:rPr lang="en-US"/>
              <a:t>Athletics and Aquatics have highest athlete participation</a:t>
            </a:r>
          </a:p>
          <a:p>
            <a:r>
              <a:rPr lang="en-US"/>
              <a:t>Male athletes won a higher share of medals</a:t>
            </a:r>
          </a:p>
          <a:p>
            <a:r>
              <a:rPr lang="en-US"/>
              <a:t>Certain countries dominate specific sports consistently</a:t>
            </a:r>
          </a:p>
        </p:txBody>
      </p:sp>
    </p:spTree>
    <p:extLst>
      <p:ext uri="{BB962C8B-B14F-4D97-AF65-F5344CB8AC3E}">
        <p14:creationId xmlns:p14="http://schemas.microsoft.com/office/powerpoint/2010/main" val="1782822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F705D-D0EF-F307-1F7B-A9883D7CF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Tools &amp; Skills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E3DAD-BB2C-CE93-09A6-B1E4C567D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Power BI</a:t>
            </a:r>
          </a:p>
          <a:p>
            <a:r>
              <a:rPr lang="en-US"/>
              <a:t>Data cleaning and transformation</a:t>
            </a:r>
          </a:p>
          <a:p>
            <a:r>
              <a:rPr lang="en-US"/>
              <a:t>DAX measures and calculations</a:t>
            </a:r>
          </a:p>
          <a:p>
            <a:r>
              <a:rPr lang="en-US"/>
              <a:t>Data modeling</a:t>
            </a:r>
          </a:p>
          <a:p>
            <a:r>
              <a:rPr lang="en-US"/>
              <a:t>Dashboard design and storytelling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87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4C316-BF97-06C1-42F2-B9AC5807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&amp; Analytical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67C22-60DB-C556-58FB-85ACBC71B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Enables quick comparison across countries and sports</a:t>
            </a:r>
          </a:p>
          <a:p>
            <a:r>
              <a:rPr lang="en-US"/>
              <a:t>Identifies top-performing nations and disciplines</a:t>
            </a:r>
          </a:p>
          <a:p>
            <a:r>
              <a:rPr lang="en-US"/>
              <a:t>Supports data-driven storytelling</a:t>
            </a:r>
          </a:p>
          <a:p>
            <a:r>
              <a:rPr lang="en-US"/>
              <a:t>Demonstrates real-world BI reporting skills</a:t>
            </a:r>
          </a:p>
        </p:txBody>
      </p:sp>
    </p:spTree>
    <p:extLst>
      <p:ext uri="{BB962C8B-B14F-4D97-AF65-F5344CB8AC3E}">
        <p14:creationId xmlns:p14="http://schemas.microsoft.com/office/powerpoint/2010/main" val="2620092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07AC1-4605-DBAB-A9D0-151B9CB33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Dashboard 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46A84C-C98E-8183-12F8-BBA217CE4E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372" y="1838631"/>
            <a:ext cx="7721826" cy="4306529"/>
          </a:xfrm>
        </p:spPr>
      </p:pic>
    </p:spTree>
    <p:extLst>
      <p:ext uri="{BB962C8B-B14F-4D97-AF65-F5344CB8AC3E}">
        <p14:creationId xmlns:p14="http://schemas.microsoft.com/office/powerpoint/2010/main" val="3392544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1C7A-F1D1-CC01-B3FE-E4AA4441F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15709-6311-9511-3A61-18C6D17EB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Successfully built a professional Power BI dashboard</a:t>
            </a:r>
          </a:p>
          <a:p>
            <a:r>
              <a:rPr lang="en-US"/>
              <a:t>Demonstrates strong analytical and visualization skills</a:t>
            </a:r>
          </a:p>
          <a:p>
            <a:r>
              <a:rPr lang="en-US"/>
              <a:t>Suitable for Data Analyst / BI Analyst portfolios</a:t>
            </a:r>
          </a:p>
          <a:p>
            <a:r>
              <a:rPr lang="en-US"/>
              <a:t>Can be enhanced further with advanced analytics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77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3B8F-8634-B143-AA0F-787A3C6D1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310581"/>
            <a:ext cx="10353761" cy="1455174"/>
          </a:xfrm>
        </p:spPr>
        <p:txBody>
          <a:bodyPr>
            <a:normAutofit/>
          </a:bodyPr>
          <a:lstStyle/>
          <a:p>
            <a:r>
              <a:rPr lang="en-US" sz="44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527474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29</TotalTime>
  <Words>266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Bookman Old Style</vt:lpstr>
      <vt:lpstr>Rockwell</vt:lpstr>
      <vt:lpstr>Wingdings</vt:lpstr>
      <vt:lpstr>Damask</vt:lpstr>
      <vt:lpstr>Olympic Games Data Analysis</vt:lpstr>
      <vt:lpstr>Project Overview :</vt:lpstr>
      <vt:lpstr>Dataset Description :</vt:lpstr>
      <vt:lpstr>Key Performance Indicators</vt:lpstr>
      <vt:lpstr>Dashboard Features</vt:lpstr>
      <vt:lpstr>Key Analytical Insights</vt:lpstr>
      <vt:lpstr>Tools &amp; Skills Used</vt:lpstr>
      <vt:lpstr>Business &amp; Analytical Value</vt:lpstr>
      <vt:lpstr>Dashboard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sushil admane</dc:creator>
  <cp:lastModifiedBy>sushil admane</cp:lastModifiedBy>
  <cp:revision>1</cp:revision>
  <dcterms:created xsi:type="dcterms:W3CDTF">2025-12-16T07:18:39Z</dcterms:created>
  <dcterms:modified xsi:type="dcterms:W3CDTF">2025-12-16T07:48:03Z</dcterms:modified>
</cp:coreProperties>
</file>